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4527FD-C22F-4528-B2BB-24ACAEFD76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4527FD-C22F-4528-B2BB-24ACAEFD76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8515" y="678180"/>
            <a:ext cx="10838815" cy="2186940"/>
          </a:xfrm>
        </p:spPr>
        <p:txBody>
          <a:bodyPr>
            <a:normAutofit/>
          </a:bodyPr>
          <a:lstStyle/>
          <a:p>
            <a:r>
              <a:rPr lang="en-US" altLang="en-US" sz="4445"/>
              <a:t>Бот</a:t>
            </a:r>
            <a:r>
              <a:rPr lang="en-US" altLang="ru-RU" sz="4445"/>
              <a:t>-</a:t>
            </a:r>
            <a:r>
              <a:rPr lang="en-US" altLang="en-US" sz="4445"/>
              <a:t>напоминалка</a:t>
            </a:r>
            <a:r>
              <a:rPr lang="en-US" altLang="ru-RU" sz="4445"/>
              <a:t> </a:t>
            </a:r>
            <a:r>
              <a:rPr lang="en-US" altLang="en-US" sz="4445"/>
              <a:t>о</a:t>
            </a:r>
            <a:r>
              <a:rPr lang="en-US" altLang="ru-RU" sz="4445"/>
              <a:t> </a:t>
            </a:r>
            <a:r>
              <a:rPr lang="en-US" altLang="en-US" sz="4445"/>
              <a:t>событиях</a:t>
            </a:r>
            <a:r>
              <a:rPr lang="en-US" altLang="ru-RU" sz="4445"/>
              <a:t> </a:t>
            </a:r>
            <a:r>
              <a:rPr lang="en-US" altLang="en-US" sz="4445"/>
              <a:t>и</a:t>
            </a:r>
            <a:r>
              <a:rPr lang="en-US" altLang="ru-RU" sz="4445"/>
              <a:t> </a:t>
            </a:r>
            <a:r>
              <a:rPr lang="en-US" altLang="en-US" sz="4445"/>
              <a:t>датах</a:t>
            </a:r>
            <a:endParaRPr lang="en-US" altLang="en-US" sz="4445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888615" y="4986655"/>
            <a:ext cx="10632440" cy="758190"/>
          </a:xfrm>
        </p:spPr>
        <p:txBody>
          <a:bodyPr/>
          <a:lstStyle/>
          <a:p>
            <a:r>
              <a:rPr lang="en-US" altLang="en-US"/>
              <a:t>Выполнили</a:t>
            </a:r>
            <a:r>
              <a:rPr lang="en-US" altLang="ru-RU"/>
              <a:t>: </a:t>
            </a:r>
            <a:r>
              <a:rPr lang="en-US" altLang="en-US"/>
              <a:t>Иванников</a:t>
            </a:r>
            <a:r>
              <a:rPr lang="en-US" altLang="ru-RU"/>
              <a:t> </a:t>
            </a:r>
            <a:r>
              <a:rPr lang="en-US" altLang="en-US"/>
              <a:t>Арсений</a:t>
            </a:r>
            <a:r>
              <a:rPr lang="en-US" altLang="ru-RU"/>
              <a:t>, </a:t>
            </a:r>
            <a:r>
              <a:rPr lang="en-US" altLang="en-US"/>
              <a:t>Лыков</a:t>
            </a:r>
            <a:r>
              <a:rPr lang="en-US" altLang="ru-RU"/>
              <a:t> </a:t>
            </a:r>
            <a:r>
              <a:rPr lang="en-US" altLang="en-US"/>
              <a:t>Максим</a:t>
            </a:r>
            <a:endParaRPr lang="en-US" altLang="en-US"/>
          </a:p>
          <a:p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Актуальность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цель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 </a:t>
            </a:r>
            <a:r>
              <a:rPr lang="en-US" altLang="en-US" sz="2400"/>
              <a:t>Актуальность</a:t>
            </a:r>
            <a:r>
              <a:rPr lang="en-US" altLang="ru-RU" sz="2400"/>
              <a:t> – </a:t>
            </a:r>
            <a:r>
              <a:rPr lang="en-US" altLang="en-US" sz="2400"/>
              <a:t>высокий</a:t>
            </a:r>
            <a:r>
              <a:rPr lang="en-US" altLang="ru-RU" sz="2400"/>
              <a:t> </a:t>
            </a:r>
            <a:r>
              <a:rPr lang="en-US" altLang="en-US" sz="2400"/>
              <a:t>спрос</a:t>
            </a:r>
            <a:r>
              <a:rPr lang="en-US" altLang="ru-RU" sz="2400"/>
              <a:t> </a:t>
            </a:r>
            <a:r>
              <a:rPr lang="en-US" altLang="en-US" sz="2400"/>
              <a:t>на</a:t>
            </a:r>
            <a:r>
              <a:rPr lang="en-US" altLang="ru-RU" sz="2400"/>
              <a:t> </a:t>
            </a:r>
            <a:r>
              <a:rPr lang="en-US" altLang="en-US" sz="2400"/>
              <a:t>простые</a:t>
            </a:r>
            <a:r>
              <a:rPr lang="en-US" altLang="ru-RU" sz="2400"/>
              <a:t> </a:t>
            </a:r>
            <a:r>
              <a:rPr lang="en-US" altLang="en-US" sz="2400"/>
              <a:t>инструменты</a:t>
            </a:r>
            <a:r>
              <a:rPr lang="en-US" altLang="ru-RU" sz="2400"/>
              <a:t> </a:t>
            </a:r>
            <a:r>
              <a:rPr lang="en-US" altLang="en-US" sz="2400"/>
              <a:t>тайм</a:t>
            </a:r>
            <a:r>
              <a:rPr lang="en-US" altLang="ru-RU" sz="2400"/>
              <a:t>-</a:t>
            </a:r>
            <a:r>
              <a:rPr lang="en-US" altLang="en-US" sz="2400"/>
              <a:t>менеджмента</a:t>
            </a:r>
            <a:r>
              <a:rPr lang="en-US" altLang="ru-RU" sz="2400"/>
              <a:t> </a:t>
            </a:r>
            <a:r>
              <a:rPr lang="en-US" altLang="en-US" sz="2400"/>
              <a:t>без</a:t>
            </a:r>
            <a:r>
              <a:rPr lang="en-US" altLang="ru-RU" sz="2400"/>
              <a:t> </a:t>
            </a:r>
            <a:r>
              <a:rPr lang="en-US" altLang="en-US" sz="2400"/>
              <a:t>установки</a:t>
            </a:r>
            <a:r>
              <a:rPr lang="en-US" altLang="ru-RU" sz="2400"/>
              <a:t> </a:t>
            </a:r>
            <a:r>
              <a:rPr lang="en-US" altLang="en-US" sz="2400"/>
              <a:t>приложений</a:t>
            </a:r>
            <a:r>
              <a:rPr lang="en-US" altLang="ru-RU" sz="2400"/>
              <a:t>.</a:t>
            </a:r>
            <a:br>
              <a:rPr lang="en-US" altLang="ru-RU" sz="2400"/>
            </a:br>
            <a:r>
              <a:rPr lang="ru-RU" altLang="en-US" sz="2400"/>
              <a:t> </a:t>
            </a:r>
            <a:endParaRPr lang="ru-RU" altLang="en-US" sz="2400"/>
          </a:p>
          <a:p>
            <a:pPr marL="0" indent="0">
              <a:buNone/>
            </a:pPr>
            <a:r>
              <a:rPr lang="en-US" altLang="en-US" sz="2400"/>
              <a:t>Цель</a:t>
            </a:r>
            <a:r>
              <a:rPr lang="en-US" altLang="ru-RU" sz="2400"/>
              <a:t> – </a:t>
            </a:r>
            <a:r>
              <a:rPr lang="en-US" altLang="en-US" sz="2400"/>
              <a:t>разработать</a:t>
            </a:r>
            <a:r>
              <a:rPr lang="en-US" altLang="ru-RU" sz="2400"/>
              <a:t> </a:t>
            </a:r>
            <a:r>
              <a:rPr lang="en-US" altLang="en-US" sz="2400"/>
              <a:t>бота</a:t>
            </a:r>
            <a:r>
              <a:rPr lang="en-US" altLang="ru-RU" sz="2400"/>
              <a:t> </a:t>
            </a:r>
            <a:r>
              <a:rPr lang="en-US" altLang="en-US" sz="2400"/>
              <a:t>ВКонтакте</a:t>
            </a:r>
            <a:r>
              <a:rPr lang="en-US" altLang="ru-RU" sz="2400"/>
              <a:t> </a:t>
            </a:r>
            <a:r>
              <a:rPr lang="en-US" altLang="en-US" sz="2400"/>
              <a:t>для</a:t>
            </a:r>
            <a:r>
              <a:rPr lang="en-US" altLang="ru-RU" sz="2400"/>
              <a:t> </a:t>
            </a:r>
            <a:r>
              <a:rPr lang="en-US" altLang="en-US" sz="2400"/>
              <a:t>приёма</a:t>
            </a:r>
            <a:r>
              <a:rPr lang="en-US" altLang="ru-RU" sz="2400"/>
              <a:t> </a:t>
            </a:r>
            <a:r>
              <a:rPr lang="en-US" altLang="en-US" sz="2400"/>
              <a:t>команд</a:t>
            </a:r>
            <a:r>
              <a:rPr lang="en-US" altLang="ru-RU" sz="2400"/>
              <a:t>, </a:t>
            </a:r>
            <a:r>
              <a:rPr lang="en-US" altLang="en-US" sz="2400"/>
              <a:t>планирования</a:t>
            </a:r>
            <a:r>
              <a:rPr lang="en-US" altLang="ru-RU" sz="2400"/>
              <a:t> </a:t>
            </a:r>
            <a:r>
              <a:rPr lang="en-US" altLang="en-US" sz="2400"/>
              <a:t>задач</a:t>
            </a:r>
            <a:r>
              <a:rPr lang="en-US" altLang="ru-RU" sz="2400"/>
              <a:t> </a:t>
            </a:r>
            <a:r>
              <a:rPr lang="en-US" altLang="en-US" sz="2400"/>
              <a:t>и</a:t>
            </a:r>
            <a:r>
              <a:rPr lang="en-US" altLang="ru-RU" sz="2400"/>
              <a:t> </a:t>
            </a:r>
            <a:r>
              <a:rPr lang="en-US" altLang="en-US" sz="2400"/>
              <a:t>отправки</a:t>
            </a:r>
            <a:r>
              <a:rPr lang="en-US" altLang="ru-RU" sz="2400"/>
              <a:t> </a:t>
            </a:r>
            <a:r>
              <a:rPr lang="en-US" altLang="en-US" sz="2400"/>
              <a:t>уведомлений</a:t>
            </a:r>
            <a:r>
              <a:rPr lang="en-US" altLang="ru-RU" sz="2400"/>
              <a:t>.</a:t>
            </a:r>
            <a:endParaRPr lang="en-US" altLang="ru-RU" sz="2400"/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6567170" y="3429000"/>
            <a:ext cx="5349875" cy="2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Задачи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Изучить</a:t>
            </a:r>
            <a:r>
              <a:rPr lang="en-US" altLang="ru-RU" sz="2400"/>
              <a:t> VK API (Long Poll).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Реализовать</a:t>
            </a:r>
            <a:r>
              <a:rPr lang="en-US" altLang="ru-RU" sz="2400"/>
              <a:t> </a:t>
            </a:r>
            <a:r>
              <a:rPr lang="en-US" altLang="en-US" sz="2400"/>
              <a:t>аутентификацию</a:t>
            </a:r>
            <a:r>
              <a:rPr lang="en-US" altLang="ru-RU" sz="2400"/>
              <a:t> </a:t>
            </a:r>
            <a:r>
              <a:rPr lang="en-US" altLang="en-US" sz="2400"/>
              <a:t>через</a:t>
            </a:r>
            <a:r>
              <a:rPr lang="en-US" altLang="ru-RU" sz="2400"/>
              <a:t> </a:t>
            </a:r>
            <a:r>
              <a:rPr lang="en-US" altLang="en-US" sz="2400"/>
              <a:t>токен</a:t>
            </a:r>
            <a:r>
              <a:rPr lang="en-US" altLang="ru-RU" sz="2400"/>
              <a:t>.</a:t>
            </a:r>
            <a:endParaRPr lang="en-US" altLang="ru-RU" sz="2400"/>
          </a:p>
          <a:p>
            <a:pPr marL="0" indent="0">
              <a:buNone/>
            </a:pPr>
            <a:endParaRPr lang="en-US" altLang="ru-RU" sz="2400"/>
          </a:p>
          <a:p>
            <a:r>
              <a:rPr lang="en-US" altLang="en-US" sz="2400"/>
              <a:t>Настроить</a:t>
            </a:r>
            <a:r>
              <a:rPr lang="en-US" altLang="ru-RU" sz="2400"/>
              <a:t> </a:t>
            </a:r>
            <a:r>
              <a:rPr lang="en-US" altLang="en-US" sz="2400"/>
              <a:t>фоновый</a:t>
            </a:r>
            <a:r>
              <a:rPr lang="en-US" altLang="ru-RU" sz="2400"/>
              <a:t> </a:t>
            </a:r>
            <a:r>
              <a:rPr lang="en-US" altLang="en-US" sz="2400"/>
              <a:t>планировщик</a:t>
            </a:r>
            <a:r>
              <a:rPr lang="en-US" altLang="ru-RU" sz="2400"/>
              <a:t> </a:t>
            </a:r>
            <a:r>
              <a:rPr lang="en-US" altLang="en-US" sz="2400"/>
              <a:t>уведомлений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Архитектура</a:t>
            </a:r>
            <a:r>
              <a:rPr lang="en-US" altLang="ru-RU"/>
              <a:t> </a:t>
            </a:r>
            <a:r>
              <a:rPr lang="en-US" altLang="en-US"/>
              <a:t>бота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Модуль</a:t>
            </a:r>
            <a:r>
              <a:rPr lang="en-US" altLang="ru-RU" sz="2400"/>
              <a:t> </a:t>
            </a:r>
            <a:r>
              <a:rPr lang="en-US" altLang="en-US" sz="2400"/>
              <a:t>прослушивания</a:t>
            </a:r>
            <a:r>
              <a:rPr lang="en-US" altLang="ru-RU" sz="2400"/>
              <a:t> </a:t>
            </a:r>
            <a:r>
              <a:rPr lang="en-US" altLang="en-US" sz="2400"/>
              <a:t>событий</a:t>
            </a:r>
            <a:r>
              <a:rPr lang="en-US" altLang="ru-RU" sz="2400"/>
              <a:t> (Long Poll)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Модуль</a:t>
            </a:r>
            <a:r>
              <a:rPr lang="en-US" altLang="ru-RU" sz="2400"/>
              <a:t> </a:t>
            </a:r>
            <a:r>
              <a:rPr lang="en-US" altLang="en-US" sz="2400"/>
              <a:t>обработки</a:t>
            </a:r>
            <a:r>
              <a:rPr lang="en-US" altLang="ru-RU" sz="2400"/>
              <a:t> </a:t>
            </a:r>
            <a:r>
              <a:rPr lang="en-US" altLang="en-US" sz="2400"/>
              <a:t>команд</a:t>
            </a:r>
            <a:endParaRPr lang="en-US" altLang="en-US" sz="2400"/>
          </a:p>
          <a:p>
            <a:pPr marL="0" indent="0">
              <a:buNone/>
            </a:pPr>
            <a:endParaRPr lang="en-US" altLang="ru-RU" sz="2400"/>
          </a:p>
          <a:p>
            <a:r>
              <a:rPr lang="en-US" altLang="en-US" sz="2400"/>
              <a:t>Фоновый</a:t>
            </a:r>
            <a:r>
              <a:rPr lang="en-US" altLang="ru-RU" sz="2400"/>
              <a:t> </a:t>
            </a:r>
            <a:r>
              <a:rPr lang="en-US" altLang="en-US" sz="2400"/>
              <a:t>планировщик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/>
              <a:t>Модуль</a:t>
            </a:r>
            <a:r>
              <a:rPr lang="en-US" altLang="ru-RU" sz="2400"/>
              <a:t> </a:t>
            </a:r>
            <a:r>
              <a:rPr lang="en-US" altLang="en-US" sz="2400"/>
              <a:t>отправки</a:t>
            </a:r>
            <a:r>
              <a:rPr lang="en-US" altLang="ru-RU" sz="2400"/>
              <a:t> </a:t>
            </a:r>
            <a:r>
              <a:rPr lang="en-US" altLang="en-US" sz="2400"/>
              <a:t>сообщений</a:t>
            </a: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Общий</a:t>
            </a:r>
            <a:r>
              <a:rPr lang="en-US" altLang="ru-RU" sz="2400"/>
              <a:t> </a:t>
            </a:r>
            <a:r>
              <a:rPr lang="en-US" altLang="en-US" sz="2400"/>
              <a:t>список</a:t>
            </a:r>
            <a:r>
              <a:rPr lang="en-US" altLang="ru-RU" sz="2400"/>
              <a:t> </a:t>
            </a:r>
            <a:r>
              <a:rPr lang="en-US" altLang="en-US" sz="2400"/>
              <a:t>функций:</a:t>
            </a:r>
            <a:endParaRPr lang="en-US" altLang="en-US" sz="2400"/>
          </a:p>
          <a:p>
            <a:r>
              <a:rPr lang="en-US" altLang="en-US" sz="2400"/>
              <a:t>Добавление</a:t>
            </a:r>
            <a:r>
              <a:rPr lang="en-US" altLang="ru-RU" sz="2400"/>
              <a:t> </a:t>
            </a:r>
            <a:r>
              <a:rPr lang="en-US" altLang="en-US" sz="2400"/>
              <a:t>напоминания</a:t>
            </a:r>
            <a:r>
              <a:rPr lang="en-US" altLang="ru-RU" sz="2400"/>
              <a:t> (/add)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Просмотр</a:t>
            </a:r>
            <a:r>
              <a:rPr lang="en-US" altLang="ru-RU" sz="2400"/>
              <a:t> </a:t>
            </a:r>
            <a:r>
              <a:rPr lang="en-US" altLang="en-US" sz="2400"/>
              <a:t>всех</a:t>
            </a:r>
            <a:r>
              <a:rPr lang="en-US" altLang="ru-RU" sz="2400"/>
              <a:t> </a:t>
            </a:r>
            <a:r>
              <a:rPr lang="en-US" altLang="en-US" sz="2400"/>
              <a:t>напоминаний</a:t>
            </a:r>
            <a:r>
              <a:rPr lang="en-US" altLang="ru-RU" sz="2400"/>
              <a:t> (/list)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Удаление</a:t>
            </a:r>
            <a:r>
              <a:rPr lang="en-US" altLang="ru-RU" sz="2400"/>
              <a:t> </a:t>
            </a:r>
            <a:r>
              <a:rPr lang="en-US" altLang="en-US" sz="2400"/>
              <a:t>одного</a:t>
            </a:r>
            <a:r>
              <a:rPr lang="en-US" altLang="ru-RU" sz="2400"/>
              <a:t> </a:t>
            </a:r>
            <a:r>
              <a:rPr lang="en-US" altLang="en-US" sz="2400"/>
              <a:t>напоминания</a:t>
            </a:r>
            <a:r>
              <a:rPr lang="en-US" altLang="ru-RU" sz="2400"/>
              <a:t> (/del)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Удаление</a:t>
            </a:r>
            <a:r>
              <a:rPr lang="en-US" altLang="ru-RU" sz="2400"/>
              <a:t> </a:t>
            </a:r>
            <a:r>
              <a:rPr lang="en-US" altLang="en-US" sz="2400"/>
              <a:t>всех</a:t>
            </a:r>
            <a:r>
              <a:rPr lang="en-US" altLang="ru-RU" sz="2400"/>
              <a:t> </a:t>
            </a:r>
            <a:r>
              <a:rPr lang="en-US" altLang="en-US" sz="2400"/>
              <a:t>напоминаний</a:t>
            </a:r>
            <a:r>
              <a:rPr lang="en-US" altLang="ru-RU" sz="2400"/>
              <a:t> (/delall)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Справка</a:t>
            </a:r>
            <a:r>
              <a:rPr lang="en-US" altLang="ru-RU" sz="2400"/>
              <a:t> (/help)</a:t>
            </a:r>
            <a:endParaRPr lang="en-US" altLang="ru-RU" sz="24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3655" y="1864360"/>
            <a:ext cx="5527675" cy="2903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Функция</a:t>
            </a:r>
            <a:r>
              <a:rPr lang="en-US" altLang="ru-RU"/>
              <a:t> 1 – </a:t>
            </a:r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напоминания</a:t>
            </a:r>
            <a:r>
              <a:rPr lang="en-US" altLang="ru-RU"/>
              <a:t> (/add)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191895"/>
            <a:ext cx="8404225" cy="4935855"/>
          </a:xfrm>
        </p:spPr>
        <p:txBody>
          <a:bodyPr/>
          <a:p>
            <a:r>
              <a:rPr lang="en-US" altLang="en-US" sz="2400"/>
              <a:t>Формат</a:t>
            </a:r>
            <a:r>
              <a:rPr lang="en-US" altLang="ru-RU" sz="2400"/>
              <a:t>: /add </a:t>
            </a:r>
            <a:r>
              <a:rPr lang="en-US" altLang="en-US" sz="2400"/>
              <a:t>ДД</a:t>
            </a:r>
            <a:r>
              <a:rPr lang="en-US" altLang="ru-RU" sz="2400"/>
              <a:t>.</a:t>
            </a:r>
            <a:r>
              <a:rPr lang="en-US" altLang="en-US" sz="2400"/>
              <a:t>ММ</a:t>
            </a:r>
            <a:r>
              <a:rPr lang="en-US" altLang="ru-RU" sz="2400"/>
              <a:t>.</a:t>
            </a:r>
            <a:r>
              <a:rPr lang="en-US" altLang="en-US" sz="2400"/>
              <a:t>ГГГГ</a:t>
            </a:r>
            <a:r>
              <a:rPr lang="en-US" altLang="ru-RU" sz="2400"/>
              <a:t> </a:t>
            </a:r>
            <a:r>
              <a:rPr lang="en-US" altLang="en-US" sz="2400"/>
              <a:t>ЧЧ</a:t>
            </a:r>
            <a:r>
              <a:rPr lang="en-US" altLang="ru-RU" sz="2400"/>
              <a:t>:</a:t>
            </a:r>
            <a:r>
              <a:rPr lang="en-US" altLang="en-US" sz="2400"/>
              <a:t>ММ</a:t>
            </a:r>
            <a:r>
              <a:rPr lang="en-US" altLang="ru-RU" sz="2400"/>
              <a:t> </a:t>
            </a:r>
            <a:r>
              <a:rPr lang="en-US" altLang="en-US" sz="2400"/>
              <a:t>Текст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/>
              <a:t>Пример</a:t>
            </a:r>
            <a:r>
              <a:rPr lang="en-US" altLang="ru-RU" sz="2400"/>
              <a:t>: /add 15.05.2026 14:30 </a:t>
            </a:r>
            <a:r>
              <a:rPr lang="en-US" altLang="en-US" sz="2400"/>
              <a:t>Позвонить</a:t>
            </a:r>
            <a:r>
              <a:rPr lang="en-US" altLang="ru-RU" sz="2400"/>
              <a:t> </a:t>
            </a:r>
            <a:r>
              <a:rPr lang="en-US" altLang="en-US" sz="2400"/>
              <a:t>маме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/>
              <a:t>Бот</a:t>
            </a:r>
            <a:r>
              <a:rPr lang="en-US" altLang="ru-RU" sz="2400"/>
              <a:t> </a:t>
            </a:r>
            <a:r>
              <a:rPr lang="en-US" altLang="en-US" sz="2400"/>
              <a:t>сохраняет</a:t>
            </a:r>
            <a:r>
              <a:rPr lang="en-US" altLang="ru-RU" sz="2400"/>
              <a:t> </a:t>
            </a:r>
            <a:r>
              <a:rPr lang="en-US" altLang="en-US" sz="2400"/>
              <a:t>дату</a:t>
            </a:r>
            <a:r>
              <a:rPr lang="en-US" altLang="ru-RU" sz="2400"/>
              <a:t>, </a:t>
            </a:r>
            <a:r>
              <a:rPr lang="en-US" altLang="en-US" sz="2400"/>
              <a:t>время</a:t>
            </a:r>
            <a:r>
              <a:rPr lang="en-US" altLang="ru-RU" sz="2400"/>
              <a:t>, </a:t>
            </a:r>
            <a:r>
              <a:rPr lang="en-US" altLang="en-US" sz="2400"/>
              <a:t>текст</a:t>
            </a:r>
            <a:r>
              <a:rPr lang="en-US" altLang="ru-RU" sz="2400"/>
              <a:t> </a:t>
            </a:r>
            <a:r>
              <a:rPr lang="en-US" altLang="en-US" sz="2400"/>
              <a:t>и</a:t>
            </a:r>
            <a:r>
              <a:rPr lang="en-US" altLang="ru-RU" sz="2400"/>
              <a:t> ID </a:t>
            </a:r>
            <a:r>
              <a:rPr lang="en-US" altLang="en-US" sz="2400"/>
              <a:t>пользователя</a:t>
            </a:r>
            <a:r>
              <a:rPr lang="en-US" altLang="ru-RU" sz="2400"/>
              <a:t>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базу</a:t>
            </a:r>
            <a:r>
              <a:rPr lang="en-US" altLang="ru-RU" sz="2400"/>
              <a:t> </a:t>
            </a:r>
            <a:r>
              <a:rPr lang="en-US" altLang="en-US" sz="2400"/>
              <a:t>данных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/>
              <a:t>Отправляет</a:t>
            </a:r>
            <a:r>
              <a:rPr lang="en-US" altLang="ru-RU" sz="2400"/>
              <a:t> </a:t>
            </a:r>
            <a:r>
              <a:rPr lang="en-US" altLang="en-US" sz="2400"/>
              <a:t>подтверждение</a:t>
            </a:r>
            <a:r>
              <a:rPr lang="en-US" altLang="ru-RU" sz="2400"/>
              <a:t>: </a:t>
            </a:r>
            <a:r>
              <a:rPr lang="" altLang="en-US" sz="2400"/>
              <a:t>«</a:t>
            </a:r>
            <a:r>
              <a:rPr lang="en-US" altLang="en-US" sz="2400"/>
              <a:t>Напоминание</a:t>
            </a:r>
            <a:r>
              <a:rPr lang="en-US" altLang="ru-RU" sz="2400"/>
              <a:t> </a:t>
            </a:r>
            <a:r>
              <a:rPr lang="en-US" altLang="en-US" sz="2400"/>
              <a:t>добавлено</a:t>
            </a:r>
            <a:r>
              <a:rPr lang="en-US" altLang="ru-RU" sz="2400"/>
              <a:t>!</a:t>
            </a:r>
            <a:r>
              <a:rPr lang="" altLang="en-US" sz="2400"/>
              <a:t>»</a:t>
            </a:r>
            <a:endParaRPr lang="" altLang="en-US" sz="2400"/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395" y="3872865"/>
            <a:ext cx="4556125" cy="2078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Функция</a:t>
            </a:r>
            <a:r>
              <a:rPr lang="en-US" altLang="ru-RU"/>
              <a:t> 2 – </a:t>
            </a:r>
            <a:r>
              <a:rPr lang="en-US" altLang="en-US"/>
              <a:t>Просмотр</a:t>
            </a:r>
            <a:r>
              <a:rPr lang="en-US" altLang="ru-RU"/>
              <a:t> </a:t>
            </a:r>
            <a:r>
              <a:rPr lang="en-US" altLang="en-US"/>
              <a:t>списка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Показывает</a:t>
            </a:r>
            <a:r>
              <a:rPr lang="en-US" altLang="ru-RU" sz="2400"/>
              <a:t> </a:t>
            </a:r>
            <a:r>
              <a:rPr lang="en-US" altLang="en-US" sz="2400"/>
              <a:t>все</a:t>
            </a:r>
            <a:r>
              <a:rPr lang="en-US" altLang="ru-RU" sz="2400"/>
              <a:t> </a:t>
            </a:r>
            <a:r>
              <a:rPr lang="en-US" altLang="en-US" sz="2400"/>
              <a:t>будущие</a:t>
            </a:r>
            <a:r>
              <a:rPr lang="en-US" altLang="ru-RU" sz="2400"/>
              <a:t> </a:t>
            </a:r>
            <a:r>
              <a:rPr lang="en-US" altLang="en-US" sz="2400"/>
              <a:t>напоминания</a:t>
            </a:r>
            <a:r>
              <a:rPr lang="en-US" altLang="ru-RU" sz="2400"/>
              <a:t> </a:t>
            </a:r>
            <a:r>
              <a:rPr lang="en-US" altLang="en-US" sz="2400"/>
              <a:t>пользователя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/>
              <a:t>Вывод</a:t>
            </a:r>
            <a:r>
              <a:rPr lang="en-US" altLang="ru-RU" sz="2400"/>
              <a:t>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виде</a:t>
            </a:r>
            <a:r>
              <a:rPr lang="en-US" altLang="ru-RU" sz="2400"/>
              <a:t> </a:t>
            </a:r>
            <a:r>
              <a:rPr lang="en-US" altLang="en-US" sz="2400"/>
              <a:t>нумерованного</a:t>
            </a:r>
            <a:r>
              <a:rPr lang="en-US" altLang="ru-RU" sz="2400"/>
              <a:t> </a:t>
            </a:r>
            <a:r>
              <a:rPr lang="en-US" altLang="en-US" sz="2400"/>
              <a:t>списка</a:t>
            </a:r>
            <a:r>
              <a:rPr lang="en-US" altLang="ru-RU" sz="2400"/>
              <a:t>:</a:t>
            </a:r>
            <a:endParaRPr lang="en-US" altLang="ru-RU" sz="2400"/>
          </a:p>
          <a:p>
            <a:r>
              <a:rPr lang="en-US" altLang="ru-RU" sz="2400"/>
              <a:t>1. 15.05.2026 14:30 – </a:t>
            </a:r>
            <a:r>
              <a:rPr lang="en-US" altLang="en-US" sz="2400"/>
              <a:t>Позвонить</a:t>
            </a:r>
            <a:r>
              <a:rPr lang="en-US" altLang="ru-RU" sz="2400"/>
              <a:t> </a:t>
            </a:r>
            <a:r>
              <a:rPr lang="en-US" altLang="en-US" sz="2400"/>
              <a:t>маме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/>
              <a:t>Если</a:t>
            </a:r>
            <a:r>
              <a:rPr lang="en-US" altLang="ru-RU" sz="2400"/>
              <a:t> </a:t>
            </a:r>
            <a:r>
              <a:rPr lang="en-US" altLang="en-US" sz="2400"/>
              <a:t>напоминаний</a:t>
            </a:r>
            <a:r>
              <a:rPr lang="en-US" altLang="ru-RU" sz="2400"/>
              <a:t> </a:t>
            </a:r>
            <a:r>
              <a:rPr lang="en-US" altLang="en-US" sz="2400"/>
              <a:t>нет</a:t>
            </a:r>
            <a:r>
              <a:rPr lang="en-US" altLang="ru-RU" sz="2400"/>
              <a:t> – </a:t>
            </a:r>
            <a:r>
              <a:rPr lang="en-US" altLang="en-US" sz="2400"/>
              <a:t>бот</a:t>
            </a:r>
            <a:r>
              <a:rPr lang="en-US" altLang="ru-RU" sz="2400"/>
              <a:t> </a:t>
            </a:r>
            <a:r>
              <a:rPr lang="en-US" altLang="en-US" sz="2400"/>
              <a:t>сообщает</a:t>
            </a:r>
            <a:r>
              <a:rPr lang="en-US" altLang="ru-RU" sz="2400"/>
              <a:t> </a:t>
            </a:r>
            <a:r>
              <a:rPr lang="en-US" altLang="en-US" sz="2400"/>
              <a:t>об</a:t>
            </a:r>
            <a:r>
              <a:rPr lang="en-US" altLang="ru-RU" sz="2400"/>
              <a:t> </a:t>
            </a:r>
            <a:r>
              <a:rPr lang="en-US" altLang="en-US" sz="2400"/>
              <a:t>этом</a:t>
            </a:r>
            <a:endParaRPr lang="en-US" altLang="en-US" sz="24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7480" y="3961765"/>
            <a:ext cx="3612515" cy="1952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Функция</a:t>
            </a:r>
            <a:r>
              <a:rPr lang="en-US" altLang="ru-RU"/>
              <a:t> 3 – </a:t>
            </a:r>
            <a:r>
              <a:rPr lang="en-US" altLang="en-US"/>
              <a:t>Удаление</a:t>
            </a:r>
            <a:r>
              <a:rPr lang="en-US" altLang="ru-RU"/>
              <a:t> </a:t>
            </a:r>
            <a:r>
              <a:rPr lang="en-US" altLang="en-US"/>
              <a:t>напоминания</a:t>
            </a:r>
            <a:r>
              <a:rPr lang="en-US" altLang="ru-RU"/>
              <a:t> 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2400"/>
              <a:t>к</a:t>
            </a:r>
            <a:r>
              <a:rPr lang="en-US" altLang="en-US" sz="2400"/>
              <a:t>оманда</a:t>
            </a:r>
            <a:r>
              <a:rPr lang="en-US" altLang="ru-RU" sz="2400"/>
              <a:t>: /del [</a:t>
            </a:r>
            <a:r>
              <a:rPr lang="en-US" altLang="en-US" sz="2400"/>
              <a:t>номер</a:t>
            </a:r>
            <a:r>
              <a:rPr lang="en-US" altLang="ru-RU" sz="2400"/>
              <a:t>]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Номер</a:t>
            </a:r>
            <a:r>
              <a:rPr lang="en-US" altLang="ru-RU" sz="2400"/>
              <a:t> </a:t>
            </a:r>
            <a:r>
              <a:rPr lang="en-US" altLang="en-US" sz="2400"/>
              <a:t>берётся</a:t>
            </a:r>
            <a:r>
              <a:rPr lang="en-US" altLang="ru-RU" sz="2400"/>
              <a:t> </a:t>
            </a:r>
            <a:r>
              <a:rPr lang="en-US" altLang="en-US" sz="2400"/>
              <a:t>из</a:t>
            </a:r>
            <a:r>
              <a:rPr lang="en-US" altLang="ru-RU" sz="2400"/>
              <a:t> </a:t>
            </a:r>
            <a:r>
              <a:rPr lang="en-US" altLang="en-US" sz="2400"/>
              <a:t>списка</a:t>
            </a:r>
            <a:r>
              <a:rPr lang="en-US" altLang="ru-RU" sz="2400"/>
              <a:t> (/list)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Пример</a:t>
            </a:r>
            <a:r>
              <a:rPr lang="en-US" altLang="ru-RU" sz="2400"/>
              <a:t>: /del 1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Бот</a:t>
            </a:r>
            <a:r>
              <a:rPr lang="en-US" altLang="ru-RU" sz="2400"/>
              <a:t> </a:t>
            </a:r>
            <a:r>
              <a:rPr lang="en-US" altLang="en-US" sz="2400"/>
              <a:t>удаляет</a:t>
            </a:r>
            <a:r>
              <a:rPr lang="en-US" altLang="ru-RU" sz="2400"/>
              <a:t> </a:t>
            </a:r>
            <a:r>
              <a:rPr lang="en-US" altLang="en-US" sz="2400"/>
              <a:t>напоминание</a:t>
            </a:r>
            <a:r>
              <a:rPr lang="en-US" altLang="ru-RU" sz="2400"/>
              <a:t> </a:t>
            </a:r>
            <a:r>
              <a:rPr lang="en-US" altLang="en-US" sz="2400"/>
              <a:t>и</a:t>
            </a:r>
            <a:r>
              <a:rPr lang="en-US" altLang="ru-RU" sz="2400"/>
              <a:t> </a:t>
            </a:r>
            <a:r>
              <a:rPr lang="en-US" altLang="en-US" sz="2400"/>
              <a:t>подтверждает</a:t>
            </a:r>
            <a:endParaRPr lang="en-US" altLang="en-US" sz="24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8980" y="1289685"/>
            <a:ext cx="4277995" cy="2139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Функция</a:t>
            </a:r>
            <a:r>
              <a:rPr lang="en-US" altLang="ru-RU"/>
              <a:t> </a:t>
            </a:r>
            <a:r>
              <a:rPr lang="ru-RU" altLang="en-US"/>
              <a:t>4</a:t>
            </a:r>
            <a:r>
              <a:rPr lang="en-US" altLang="ru-RU"/>
              <a:t> – </a:t>
            </a:r>
            <a:r>
              <a:rPr lang="en-US" altLang="en-US"/>
              <a:t>Справка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Выводит</a:t>
            </a:r>
            <a:r>
              <a:rPr lang="en-US" altLang="ru-RU" sz="2400"/>
              <a:t> </a:t>
            </a:r>
            <a:r>
              <a:rPr lang="en-US" altLang="en-US" sz="2400"/>
              <a:t>список</a:t>
            </a:r>
            <a:r>
              <a:rPr lang="en-US" altLang="ru-RU" sz="2400"/>
              <a:t> </a:t>
            </a:r>
            <a:r>
              <a:rPr lang="en-US" altLang="en-US" sz="2400"/>
              <a:t>всех</a:t>
            </a:r>
            <a:r>
              <a:rPr lang="en-US" altLang="ru-RU" sz="2400"/>
              <a:t> </a:t>
            </a:r>
            <a:r>
              <a:rPr lang="en-US" altLang="en-US" sz="2400"/>
              <a:t>команд</a:t>
            </a:r>
            <a:r>
              <a:rPr lang="en-US" altLang="ru-RU" sz="2400"/>
              <a:t> </a:t>
            </a:r>
            <a:r>
              <a:rPr lang="en-US" altLang="en-US" sz="2400"/>
              <a:t>с</a:t>
            </a:r>
            <a:r>
              <a:rPr lang="en-US" altLang="ru-RU" sz="2400"/>
              <a:t> </a:t>
            </a:r>
            <a:r>
              <a:rPr lang="en-US" altLang="en-US" sz="2400"/>
              <a:t>краткими</a:t>
            </a:r>
            <a:r>
              <a:rPr lang="en-US" altLang="ru-RU" sz="2400"/>
              <a:t> </a:t>
            </a:r>
            <a:r>
              <a:rPr lang="en-US" altLang="en-US" sz="2400"/>
              <a:t>описаниями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/>
              <a:t>Напоминает</a:t>
            </a:r>
            <a:r>
              <a:rPr lang="en-US" altLang="ru-RU" sz="2400"/>
              <a:t>, </a:t>
            </a:r>
            <a:r>
              <a:rPr lang="en-US" altLang="en-US" sz="2400"/>
              <a:t>что</a:t>
            </a:r>
            <a:r>
              <a:rPr lang="en-US" altLang="ru-RU" sz="2400"/>
              <a:t> </a:t>
            </a:r>
            <a:r>
              <a:rPr lang="en-US" altLang="en-US" sz="2400"/>
              <a:t>время</a:t>
            </a:r>
            <a:r>
              <a:rPr lang="en-US" altLang="ru-RU" sz="2400"/>
              <a:t> </a:t>
            </a:r>
            <a:r>
              <a:rPr lang="en-US" altLang="en-US" sz="2400"/>
              <a:t>указано</a:t>
            </a:r>
            <a:r>
              <a:rPr lang="en-US" altLang="ru-RU" sz="2400"/>
              <a:t> </a:t>
            </a:r>
            <a:r>
              <a:rPr lang="en-US" altLang="en-US" sz="2400"/>
              <a:t>по</a:t>
            </a:r>
            <a:r>
              <a:rPr lang="en-US" altLang="ru-RU" sz="2400"/>
              <a:t> </a:t>
            </a:r>
            <a:r>
              <a:rPr lang="en-US" altLang="en-US" sz="2400"/>
              <a:t>МОСКВЕ</a:t>
            </a:r>
            <a:endParaRPr lang="en-US" altLang="en-US" sz="2400"/>
          </a:p>
          <a:p>
            <a:endParaRPr lang="en-US" altLang="ru-RU" sz="2400"/>
          </a:p>
          <a:p>
            <a:r>
              <a:rPr lang="en-US" altLang="en-US" sz="2400"/>
              <a:t>Пример</a:t>
            </a:r>
            <a:r>
              <a:rPr lang="en-US" altLang="ru-RU" sz="2400"/>
              <a:t> </a:t>
            </a:r>
            <a:r>
              <a:rPr lang="en-US" altLang="en-US" sz="2400"/>
              <a:t>формата</a:t>
            </a:r>
            <a:r>
              <a:rPr lang="en-US" altLang="ru-RU" sz="2400"/>
              <a:t> /add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en-US" sz="2400"/>
              <a:t>Удобно</a:t>
            </a:r>
            <a:r>
              <a:rPr lang="en-US" altLang="ru-RU" sz="2400"/>
              <a:t> </a:t>
            </a:r>
            <a:r>
              <a:rPr lang="en-US" altLang="en-US" sz="2400"/>
              <a:t>для</a:t>
            </a:r>
            <a:r>
              <a:rPr lang="en-US" altLang="ru-RU" sz="2400"/>
              <a:t> </a:t>
            </a:r>
            <a:r>
              <a:rPr lang="en-US" altLang="en-US" sz="2400"/>
              <a:t>новых</a:t>
            </a:r>
            <a:r>
              <a:rPr lang="en-US" altLang="ru-RU" sz="2400"/>
              <a:t> </a:t>
            </a:r>
            <a:r>
              <a:rPr lang="en-US" altLang="en-US" sz="2400"/>
              <a:t>пользователей</a:t>
            </a:r>
            <a:endParaRPr lang="en-US" altLang="en-US" sz="24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8630" y="2179320"/>
            <a:ext cx="2809875" cy="2943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Технологии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 sz="2400"/>
              <a:t>Python 3</a:t>
            </a:r>
            <a:endParaRPr lang="en-US" altLang="ru-RU" sz="2400"/>
          </a:p>
          <a:p>
            <a:endParaRPr lang="en-US" altLang="ru-RU" sz="2400"/>
          </a:p>
          <a:p>
            <a:r>
              <a:rPr lang="en-US" altLang="ru-RU" sz="2400"/>
              <a:t>VK API + Long Poll</a:t>
            </a:r>
            <a:endParaRPr lang="en-US" altLang="ru-RU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Заключение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39115" y="3228340"/>
            <a:ext cx="10972800" cy="4044315"/>
          </a:xfrm>
        </p:spPr>
        <p:txBody>
          <a:bodyPr/>
          <a:p>
            <a:pPr marL="0" indent="0">
              <a:buNone/>
            </a:pPr>
            <a:r>
              <a:rPr lang="en-US" altLang="en-US" sz="2400"/>
              <a:t>Бот</a:t>
            </a:r>
            <a:r>
              <a:rPr lang="en-US" altLang="ru-RU" sz="2400"/>
              <a:t> </a:t>
            </a:r>
            <a:r>
              <a:rPr lang="en-US" altLang="en-US" sz="2400"/>
              <a:t>работает</a:t>
            </a:r>
            <a:r>
              <a:rPr lang="en-US" altLang="ru-RU" sz="2400"/>
              <a:t>: </a:t>
            </a:r>
            <a:r>
              <a:rPr lang="en-US" altLang="en-US" sz="2400"/>
              <a:t>принимает</a:t>
            </a:r>
            <a:r>
              <a:rPr lang="en-US" altLang="ru-RU" sz="2400"/>
              <a:t> </a:t>
            </a:r>
            <a:r>
              <a:rPr lang="en-US" altLang="en-US" sz="2400"/>
              <a:t>команды</a:t>
            </a:r>
            <a:r>
              <a:rPr lang="en-US" altLang="ru-RU" sz="2400"/>
              <a:t>, </a:t>
            </a:r>
            <a:r>
              <a:rPr lang="en-US" altLang="en-US" sz="2400"/>
              <a:t>хранит</a:t>
            </a:r>
            <a:r>
              <a:rPr lang="en-US" altLang="ru-RU" sz="2400"/>
              <a:t> </a:t>
            </a:r>
            <a:r>
              <a:rPr lang="en-US" altLang="en-US" sz="2400"/>
              <a:t>напоминания</a:t>
            </a:r>
            <a:r>
              <a:rPr lang="en-US" altLang="ru-RU" sz="2400"/>
              <a:t>, </a:t>
            </a:r>
            <a:r>
              <a:rPr lang="en-US" altLang="en-US" sz="2400"/>
              <a:t>присылает</a:t>
            </a:r>
            <a:r>
              <a:rPr lang="en-US" altLang="ru-RU" sz="2400"/>
              <a:t> </a:t>
            </a:r>
            <a:r>
              <a:rPr lang="en-US" altLang="en-US" sz="2400"/>
              <a:t>уведомления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Практическая</a:t>
            </a:r>
            <a:r>
              <a:rPr lang="en-US" altLang="ru-RU" sz="2400"/>
              <a:t> </a:t>
            </a:r>
            <a:r>
              <a:rPr lang="en-US" altLang="en-US" sz="2400"/>
              <a:t>ценность</a:t>
            </a:r>
            <a:r>
              <a:rPr lang="en-US" altLang="ru-RU" sz="2400"/>
              <a:t> – </a:t>
            </a:r>
            <a:r>
              <a:rPr lang="en-US" altLang="en-US" sz="2400"/>
              <a:t>персональный</a:t>
            </a:r>
            <a:r>
              <a:rPr lang="en-US" altLang="ru-RU" sz="2400"/>
              <a:t> </a:t>
            </a:r>
            <a:r>
              <a:rPr lang="en-US" altLang="en-US" sz="2400"/>
              <a:t>ассистент</a:t>
            </a:r>
            <a:r>
              <a:rPr lang="en-US" altLang="ru-RU" sz="2400"/>
              <a:t>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ВК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Перспективы</a:t>
            </a:r>
            <a:r>
              <a:rPr lang="en-US" altLang="ru-RU" sz="2400"/>
              <a:t>: </a:t>
            </a:r>
            <a:r>
              <a:rPr lang="en-US" altLang="en-US" sz="2400"/>
              <a:t>поддержка</a:t>
            </a:r>
            <a:r>
              <a:rPr lang="en-US" altLang="ru-RU" sz="2400"/>
              <a:t> </a:t>
            </a:r>
            <a:r>
              <a:rPr lang="en-US" altLang="en-US" sz="2400"/>
              <a:t>периодических</a:t>
            </a:r>
            <a:r>
              <a:rPr lang="en-US" altLang="ru-RU" sz="2400"/>
              <a:t> </a:t>
            </a:r>
            <a:r>
              <a:rPr lang="en-US" altLang="en-US" sz="2400"/>
              <a:t>напоминаний</a:t>
            </a:r>
            <a:r>
              <a:rPr lang="en-US" altLang="ru-RU" sz="2400"/>
              <a:t>, NLP </a:t>
            </a:r>
            <a:r>
              <a:rPr lang="en-US" altLang="en-US" sz="2400"/>
              <a:t>для</a:t>
            </a:r>
            <a:r>
              <a:rPr lang="en-US" altLang="ru-RU" sz="2400"/>
              <a:t> </a:t>
            </a:r>
            <a:r>
              <a:rPr lang="en-US" altLang="en-US" sz="2400"/>
              <a:t>дат</a:t>
            </a:r>
            <a:r>
              <a:rPr lang="en-US" altLang="ru-RU" sz="2400"/>
              <a:t>, </a:t>
            </a:r>
            <a:r>
              <a:rPr lang="en-US" altLang="en-US" sz="2400"/>
              <a:t>кнопки</a:t>
            </a:r>
            <a:r>
              <a:rPr lang="en-US" altLang="ru-RU" sz="2400"/>
              <a:t> </a:t>
            </a:r>
            <a:r>
              <a:rPr lang="en-US" altLang="en-US" sz="2400"/>
              <a:t>управления</a:t>
            </a:r>
            <a:r>
              <a:rPr lang="en-US" altLang="ru-RU" sz="2400"/>
              <a:t>.</a:t>
            </a:r>
            <a:endParaRPr lang="en-US" altLang="ru-RU" sz="240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735" y="0"/>
            <a:ext cx="7708265" cy="3357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Спасибо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внимание</a:t>
            </a:r>
            <a:r>
              <a:rPr lang="en-US" altLang="ru-RU"/>
              <a:t>!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Вопросы</a:t>
            </a:r>
            <a:r>
              <a:rPr lang="en-US" altLang="ru-RU"/>
              <a:t>?</a:t>
            </a:r>
            <a:endParaRPr lang="en-US" alt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1692</Words>
  <Application>WPS Presentation</Application>
  <PresentationFormat>宽屏</PresentationFormat>
  <Paragraphs>97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Orange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m4k00</cp:lastModifiedBy>
  <cp:revision>5</cp:revision>
  <dcterms:created xsi:type="dcterms:W3CDTF">2025-07-23T00:59:00Z</dcterms:created>
  <dcterms:modified xsi:type="dcterms:W3CDTF">2026-04-16T08:11:42Z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D91B0262254C41B0A1751C8C7C45DD60_11</vt:lpwstr>
  </property>
</Properties>
</file>